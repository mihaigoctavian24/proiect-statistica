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207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DBCA7-4B00-4FA1-BB97-506DF37367D7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D36D3-E976-434B-AB06-BF041FFE9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6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36D3-E976-434B-AB06-BF041FFE91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25CE-B196-3060-3133-942648B7C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2BA42-241C-FC09-7185-D04E71E90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D175F-5BEE-9F36-355D-96BC9F24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C3A6D-1657-820A-41E6-9B66D632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8CA3D-4EEC-3AC8-9FD5-8AF2E256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54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FCE9-8B7B-F08B-F6C5-6C84F93B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FED5-D2C0-DFD4-6F20-C73C63295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67AB-0FAA-4ED4-D35C-4FC59227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01F6B-4547-AEED-7AE5-4517F3B7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BAD10-9BF0-D11E-E4BE-0BC0D367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96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7691-F75C-3ECA-793C-6467B284D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3D6B5-868B-D03E-6235-E51AF0D44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439C-8388-D546-BCFB-851824A6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901D2-11F4-9A08-E51B-BC8121F1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8F428-F83E-B407-F093-6F923881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74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4B06-E5AC-0F64-B1E2-8B16860B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3DEA-E356-5412-8C28-837B53472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3F056-DD8E-89A1-141B-2B865CBE4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F44D-21E7-8164-7DBF-23B2CD04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8C64-B36C-29D5-E0EC-84AB2D90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B4994-5859-2E65-F1A9-8ABBBC59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70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9EF3-0865-C49F-D9A5-489693900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EA56F-DD7F-881B-E4D7-819553236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252D8-343B-8CF1-5CF6-BC89A3E55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A5BBE-7638-1252-03DD-AB5018432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E7ECA-51E9-1D35-D4AC-73B2B4E48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826BF-B552-16E2-0857-53E7B6D8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8CDDA-4813-B7FE-7A67-CCD474E4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3FE7F-B188-F61B-4694-8AC453B4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43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FE8F-9EC5-4953-CB8A-3667AF41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02864-AE0B-F8EC-CB91-5D938464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2FE03-4BB8-580D-AEDF-1BFE8987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2E0B-0DA3-0806-48E5-C8220BAE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47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B16D9-453D-076A-F076-D2C63C6E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6011C-CE06-6155-6BC6-2213BABE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78B2A-E4D9-2902-D697-BDC8F7C4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92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D871-D79A-A02F-FADD-B6AEB9E0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5755-A0CB-2B3A-A347-7CEA69524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2AA98-7C96-038E-38EA-39B6A5D99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49BDD-BE9E-FAA3-FB23-D6E7A2DD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C2584-BAED-D110-CCAE-CD169989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E6DEB-05A5-F812-656B-9029E3F3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70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1A9D-A4AE-8BA0-7117-AFF2CEAB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40FA7-4E02-5A00-94C8-BB222C2EC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83213-89C5-4E3D-C544-40D30AFF0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2994F-F2D3-E1D4-F23F-B4DF20D90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65098-9C5A-11F9-B16D-20A59958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6936E-7CB6-5288-C975-C85C6F96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17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0D87-B188-BCD5-7F00-8DE7566F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566DA-339D-6458-DF4D-F4BAC1593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8BB6-BF4C-C598-E0AB-5628F7177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DCC29-2E74-BBA9-9B8C-544753B1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3A492-F957-A277-5431-C64196C1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98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15C2-D864-223F-B35D-8AE0FD5ED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BBFCB-05FC-6D8F-51FF-1873B7481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56C-64CD-0C58-B4B3-5CBD7BA2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F0E70-9936-AFAC-FD08-E63C4F10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A46B-4027-926F-AF52-517E8103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C6255-B4FD-2CE9-56B1-A1DDB2F1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F12B3-FD2B-3E0A-8071-134BF0A6C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10BA1-DB4B-7C84-E3C1-7AF4E20B9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50B71-D333-4A6F-BCBE-9266D15EB9A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707A0-8BF4-4F9F-2F2B-450F2FDAF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47D7A-6A5E-DAEF-0E97-4CDC006C4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6C413-F2FA-432D-AD11-49E45083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9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sApp Video 2025-12-06 at 13.55.50">
            <a:hlinkClick r:id="" action="ppaction://media"/>
            <a:extLst>
              <a:ext uri="{FF2B5EF4-FFF2-40B4-BE49-F238E27FC236}">
                <a16:creationId xmlns:a16="http://schemas.microsoft.com/office/drawing/2014/main" id="{72E8F906-F3BF-AE95-B17F-FD7BC9F05DD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3994"/>
                </p14:media>
              </p:ext>
            </p:extLst>
          </p:nvPr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0A1DE8-C1CE-89E4-AB52-AFD5C0EC08E3}"/>
              </a:ext>
            </a:extLst>
          </p:cNvPr>
          <p:cNvSpPr txBox="1"/>
          <p:nvPr/>
        </p:nvSpPr>
        <p:spPr>
          <a:xfrm>
            <a:off x="1414520" y="2407297"/>
            <a:ext cx="79870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Rolul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 fundamental al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statisticii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 in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dezvoltarea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sistemelor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moderne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 de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inteligenta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artificiala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PP Neue Montreal Medium" panose="00000600000000000000" pitchFamily="50" charset="0"/>
                <a:ea typeface="PP Neue Montreal Medium" panose="000006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4338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sApp Video 2025-12-06 at 13.55.50">
            <a:hlinkClick r:id="" action="ppaction://media"/>
            <a:extLst>
              <a:ext uri="{FF2B5EF4-FFF2-40B4-BE49-F238E27FC236}">
                <a16:creationId xmlns:a16="http://schemas.microsoft.com/office/drawing/2014/main" id="{72E8F906-F3BF-AE95-B17F-FD7BC9F05DD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6765"/>
                </p14:media>
              </p:ext>
            </p:extLst>
          </p:nvPr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33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7000">
        <p159:morph option="byObject"/>
      </p:transition>
    </mc:Choice>
    <mc:Fallback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</Words>
  <Application>Microsoft Office PowerPoint</Application>
  <PresentationFormat>Widescreen</PresentationFormat>
  <Paragraphs>2</Paragraphs>
  <Slides>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PP Neue Montreal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Octavian G. MIHAI</dc:creator>
  <cp:lastModifiedBy>Octavian G. MIHAI</cp:lastModifiedBy>
  <cp:revision>2</cp:revision>
  <dcterms:created xsi:type="dcterms:W3CDTF">2025-12-06T14:00:51Z</dcterms:created>
  <dcterms:modified xsi:type="dcterms:W3CDTF">2025-12-06T14:29:48Z</dcterms:modified>
</cp:coreProperties>
</file>